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</p:sldIdLst>
  <p:sldSz cy="18288000" cx="10287000"/>
  <p:notesSz cx="6858000" cy="9144000"/>
  <p:embeddedFontLst>
    <p:embeddedFont>
      <p:font typeface="Montserrat SemiBold"/>
      <p:regular r:id="rId40"/>
      <p:bold r:id="rId41"/>
      <p:italic r:id="rId42"/>
      <p:boldItalic r:id="rId43"/>
    </p:embeddedFont>
    <p:embeddedFont>
      <p:font typeface="Montserrat"/>
      <p:regular r:id="rId44"/>
      <p:bold r:id="rId45"/>
      <p:italic r:id="rId46"/>
      <p:boldItalic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989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7F542B3-DE27-4E35-BEB8-BC935A33F165}">
  <a:tblStyle styleId="{C7F542B3-DE27-4E35-BEB8-BC935A33F165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989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SemiBold-regular.fntdata"/><Relationship Id="rId20" Type="http://schemas.openxmlformats.org/officeDocument/2006/relationships/slide" Target="slides/slide14.xml"/><Relationship Id="rId42" Type="http://schemas.openxmlformats.org/officeDocument/2006/relationships/font" Target="fonts/MontserratSemiBold-italic.fntdata"/><Relationship Id="rId41" Type="http://schemas.openxmlformats.org/officeDocument/2006/relationships/font" Target="fonts/MontserratSemiBold-bold.fntdata"/><Relationship Id="rId22" Type="http://schemas.openxmlformats.org/officeDocument/2006/relationships/slide" Target="slides/slide16.xml"/><Relationship Id="rId44" Type="http://schemas.openxmlformats.org/officeDocument/2006/relationships/font" Target="fonts/Montserrat-regular.fntdata"/><Relationship Id="rId21" Type="http://schemas.openxmlformats.org/officeDocument/2006/relationships/slide" Target="slides/slide15.xml"/><Relationship Id="rId43" Type="http://schemas.openxmlformats.org/officeDocument/2006/relationships/font" Target="fonts/MontserratSemiBold-boldItalic.fntdata"/><Relationship Id="rId24" Type="http://schemas.openxmlformats.org/officeDocument/2006/relationships/slide" Target="slides/slide18.xml"/><Relationship Id="rId46" Type="http://schemas.openxmlformats.org/officeDocument/2006/relationships/font" Target="fonts/Montserrat-italic.fntdata"/><Relationship Id="rId23" Type="http://schemas.openxmlformats.org/officeDocument/2006/relationships/slide" Target="slides/slide17.xml"/><Relationship Id="rId45" Type="http://schemas.openxmlformats.org/officeDocument/2006/relationships/font" Target="fonts/Montserrat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schemas.openxmlformats.org/officeDocument/2006/relationships/font" Target="fonts/Montserrat-boldItalic.fnt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d262f1390_0_1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ad262f139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d262f1390_0_6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ad262f1390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ad262f1390_0_9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ad262f1390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ad262f1390_0_12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ad262f1390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d262f1390_0_15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ad262f1390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ad262f1390_0_18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ad262f1390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d262f1390_0_21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d262f1390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ad262f1390_0_24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ad262f1390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d262f1390_0_27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d262f1390_0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d262f1390_0_30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d262f1390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ad262f1390_0_33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ad262f1390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d262f1390_0_36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ad262f1390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d262f1390_0_39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d262f1390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d262f1390_0_42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d262f1390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ad262f1390_0_45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ad262f139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d262f1390_0_48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d262f1390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ad262f1390_0_51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ad262f1390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d262f1390_0_54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d262f1390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d262f1390_0_57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d262f1390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d262f1390_0_60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ad262f139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ad262f1390_0_63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ad262f1390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b134c4e00b_0_0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b134c4e00b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d262f1390_0_66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d262f139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d262f1390_0_69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d262f1390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ad262f1390_0_72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ad262f1390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ad262f1390_0_75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ad262f1390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ad262f1390_0_78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ad262f1390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ad262f1390_0_81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ad262f139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d262f1390_0_84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d262f1390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d262f1390_0_87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d262f1390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ad262f1390_0_90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ad262f1390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ad262f1390_0_93:notes"/>
          <p:cNvSpPr/>
          <p:nvPr>
            <p:ph idx="2" type="sldImg"/>
          </p:nvPr>
        </p:nvSpPr>
        <p:spPr>
          <a:xfrm>
            <a:off x="2464919" y="685800"/>
            <a:ext cx="19287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ad262f1390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50672" y="2647378"/>
            <a:ext cx="9585600" cy="72981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1pPr>
            <a:lvl2pPr lvl="1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2pPr>
            <a:lvl3pPr lvl="2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3pPr>
            <a:lvl4pPr lvl="3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4pPr>
            <a:lvl5pPr lvl="4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5pPr>
            <a:lvl6pPr lvl="5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6pPr>
            <a:lvl7pPr lvl="6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7pPr>
            <a:lvl8pPr lvl="7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8pPr>
            <a:lvl9pPr lvl="8" algn="ctr">
              <a:spcBef>
                <a:spcPts val="0"/>
              </a:spcBef>
              <a:spcAft>
                <a:spcPts val="0"/>
              </a:spcAft>
              <a:buSzPts val="10063"/>
              <a:buNone/>
              <a:defRPr sz="10062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50663" y="10076889"/>
            <a:ext cx="9585600" cy="28182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50663" y="7647467"/>
            <a:ext cx="9585600" cy="29931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1pPr>
            <a:lvl2pPr lvl="1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2pPr>
            <a:lvl3pPr lvl="2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3pPr>
            <a:lvl4pPr lvl="3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4pPr>
            <a:lvl5pPr lvl="4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5pPr>
            <a:lvl6pPr lvl="5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6pPr>
            <a:lvl7pPr lvl="6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7pPr>
            <a:lvl8pPr lvl="7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8pPr>
            <a:lvl9pPr lvl="8" algn="ctr">
              <a:spcBef>
                <a:spcPts val="0"/>
              </a:spcBef>
              <a:spcAft>
                <a:spcPts val="0"/>
              </a:spcAft>
              <a:buSzPts val="6967"/>
              <a:buNone/>
              <a:defRPr sz="6966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7" lvl="4" marL="22860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7" lvl="5" marL="27432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7" lvl="6" marL="32004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7" lvl="7" marL="36576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7" lvl="8" marL="41148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50663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638" lvl="0" marL="4572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indent="-376060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0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0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0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0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0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5436450" y="4097689"/>
            <a:ext cx="4500000" cy="121473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00638" lvl="0" marL="4572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1pPr>
            <a:lvl2pPr indent="-376060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0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0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0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0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0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1pPr>
            <a:lvl2pPr lvl="1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2pPr>
            <a:lvl3pPr lvl="2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3pPr>
            <a:lvl4pPr lvl="3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4pPr>
            <a:lvl5pPr lvl="4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5pPr>
            <a:lvl6pPr lvl="5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6pPr>
            <a:lvl7pPr lvl="6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7pPr>
            <a:lvl8pPr lvl="7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8pPr>
            <a:lvl9pPr lvl="8">
              <a:spcBef>
                <a:spcPts val="0"/>
              </a:spcBef>
              <a:spcAft>
                <a:spcPts val="0"/>
              </a:spcAft>
              <a:buSzPts val="5419"/>
              <a:buNone/>
              <a:defRPr sz="5418"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50663" y="1975467"/>
            <a:ext cx="3159000" cy="26868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1pPr>
            <a:lvl2pPr lvl="1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2pPr>
            <a:lvl3pPr lvl="2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3pPr>
            <a:lvl4pPr lvl="3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4pPr>
            <a:lvl5pPr lvl="4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5pPr>
            <a:lvl6pPr lvl="5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6pPr>
            <a:lvl7pPr lvl="6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7pPr>
            <a:lvl8pPr lvl="7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8pPr>
            <a:lvl9pPr lvl="8">
              <a:spcBef>
                <a:spcPts val="0"/>
              </a:spcBef>
              <a:spcAft>
                <a:spcPts val="0"/>
              </a:spcAft>
              <a:buSzPts val="4644"/>
              <a:buNone/>
              <a:defRPr sz="4644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50663" y="4940800"/>
            <a:ext cx="3159000" cy="113046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376060" lvl="0" marL="4572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1pPr>
            <a:lvl2pPr indent="-376060" lvl="1" marL="9144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2pPr>
            <a:lvl3pPr indent="-376060" lvl="2" marL="13716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3pPr>
            <a:lvl4pPr indent="-376060" lvl="3" marL="18288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4pPr>
            <a:lvl5pPr indent="-376060" lvl="4" marL="22860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5pPr>
            <a:lvl6pPr indent="-376060" lvl="5" marL="27432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6pPr>
            <a:lvl7pPr indent="-376060" lvl="6" marL="3200400">
              <a:spcBef>
                <a:spcPts val="0"/>
              </a:spcBef>
              <a:spcAft>
                <a:spcPts val="0"/>
              </a:spcAft>
              <a:buSzPts val="2322"/>
              <a:buChar char="●"/>
              <a:defRPr sz="2322"/>
            </a:lvl7pPr>
            <a:lvl8pPr indent="-376061" lvl="7" marL="3657600">
              <a:spcBef>
                <a:spcPts val="0"/>
              </a:spcBef>
              <a:spcAft>
                <a:spcPts val="0"/>
              </a:spcAft>
              <a:buSzPts val="2322"/>
              <a:buChar char="○"/>
              <a:defRPr sz="2322"/>
            </a:lvl8pPr>
            <a:lvl9pPr indent="-376061" lvl="8" marL="4114800">
              <a:spcBef>
                <a:spcPts val="0"/>
              </a:spcBef>
              <a:spcAft>
                <a:spcPts val="0"/>
              </a:spcAft>
              <a:buSzPts val="2322"/>
              <a:buChar char="■"/>
              <a:defRPr sz="2322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551531" y="1600533"/>
            <a:ext cx="7163700" cy="14545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1pPr>
            <a:lvl2pPr lvl="1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2pPr>
            <a:lvl3pPr lvl="2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3pPr>
            <a:lvl4pPr lvl="3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4pPr>
            <a:lvl5pPr lvl="4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5pPr>
            <a:lvl6pPr lvl="5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6pPr>
            <a:lvl7pPr lvl="6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7pPr>
            <a:lvl8pPr lvl="7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8pPr>
            <a:lvl9pPr lvl="8">
              <a:spcBef>
                <a:spcPts val="0"/>
              </a:spcBef>
              <a:spcAft>
                <a:spcPts val="0"/>
              </a:spcAft>
              <a:buSzPts val="9289"/>
              <a:buNone/>
              <a:defRPr sz="9288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5143500" y="-444"/>
            <a:ext cx="5143500" cy="1828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176925" lIns="176925" spcFirstLastPara="1" rIns="176925" wrap="square" tIns="1769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98688" y="4384622"/>
            <a:ext cx="4550700" cy="52704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1pPr>
            <a:lvl2pPr lvl="1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2pPr>
            <a:lvl3pPr lvl="2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3pPr>
            <a:lvl4pPr lvl="3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4pPr>
            <a:lvl5pPr lvl="4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5pPr>
            <a:lvl6pPr lvl="5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6pPr>
            <a:lvl7pPr lvl="6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7pPr>
            <a:lvl8pPr lvl="7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8pPr>
            <a:lvl9pPr lvl="8" algn="ctr">
              <a:spcBef>
                <a:spcPts val="0"/>
              </a:spcBef>
              <a:spcAft>
                <a:spcPts val="0"/>
              </a:spcAft>
              <a:buSzPts val="8128"/>
              <a:buNone/>
              <a:defRPr sz="8127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98688" y="9966489"/>
            <a:ext cx="4550700" cy="43914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64"/>
              <a:buNone/>
              <a:defRPr sz="4063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5556938" y="2574489"/>
            <a:ext cx="4316700" cy="131382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449791" lvl="0" marL="457200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7" lvl="4" marL="22860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7" lvl="5" marL="27432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7" lvl="6" marL="3200400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7" lvl="7" marL="3657600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7" lvl="8" marL="4114800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50663" y="15042044"/>
            <a:ext cx="6748800" cy="21516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83"/>
              <a:buNone/>
              <a:defRPr sz="3483"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50663" y="3932889"/>
            <a:ext cx="9585600" cy="6981300"/>
          </a:xfrm>
          <a:prstGeom prst="rect">
            <a:avLst/>
          </a:prstGeom>
        </p:spPr>
        <p:txBody>
          <a:bodyPr anchorCtr="0" anchor="b" bIns="176925" lIns="176925" spcFirstLastPara="1" rIns="176925" wrap="square" tIns="1769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1pPr>
            <a:lvl2pPr lvl="1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2pPr>
            <a:lvl3pPr lvl="2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3pPr>
            <a:lvl4pPr lvl="3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4pPr>
            <a:lvl5pPr lvl="4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5pPr>
            <a:lvl6pPr lvl="5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6pPr>
            <a:lvl7pPr lvl="6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7pPr>
            <a:lvl8pPr lvl="7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8pPr>
            <a:lvl9pPr lvl="8" algn="ctr">
              <a:spcBef>
                <a:spcPts val="0"/>
              </a:spcBef>
              <a:spcAft>
                <a:spcPts val="0"/>
              </a:spcAft>
              <a:buSzPts val="23222"/>
              <a:buNone/>
              <a:defRPr sz="23222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50663" y="11207911"/>
            <a:ext cx="9585600" cy="4625100"/>
          </a:xfrm>
          <a:prstGeom prst="rect">
            <a:avLst/>
          </a:prstGeom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 algn="ctr">
              <a:spcBef>
                <a:spcPts val="0"/>
              </a:spcBef>
              <a:spcAft>
                <a:spcPts val="0"/>
              </a:spcAft>
              <a:buSzPts val="3483"/>
              <a:buChar char="●"/>
              <a:defRPr sz="3483"/>
            </a:lvl1pPr>
            <a:lvl2pPr indent="-400638" lvl="1" marL="9144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2pPr>
            <a:lvl3pPr indent="-400638" lvl="2" marL="13716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3pPr>
            <a:lvl4pPr indent="-400638" lvl="3" marL="1828800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4pPr>
            <a:lvl5pPr indent="-400637" lvl="4" marL="22860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5pPr>
            <a:lvl6pPr indent="-400637" lvl="5" marL="27432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6pPr>
            <a:lvl7pPr indent="-400637" lvl="6" marL="3200400" algn="ctr">
              <a:spcBef>
                <a:spcPts val="0"/>
              </a:spcBef>
              <a:spcAft>
                <a:spcPts val="0"/>
              </a:spcAft>
              <a:buSzPts val="2709"/>
              <a:buChar char="●"/>
              <a:defRPr sz="2709"/>
            </a:lvl7pPr>
            <a:lvl8pPr indent="-400637" lvl="7" marL="3657600" algn="ctr">
              <a:spcBef>
                <a:spcPts val="0"/>
              </a:spcBef>
              <a:spcAft>
                <a:spcPts val="0"/>
              </a:spcAft>
              <a:buSzPts val="2709"/>
              <a:buChar char="○"/>
              <a:defRPr sz="2709"/>
            </a:lvl8pPr>
            <a:lvl9pPr indent="-400637" lvl="8" marL="4114800" algn="ctr">
              <a:spcBef>
                <a:spcPts val="0"/>
              </a:spcBef>
              <a:spcAft>
                <a:spcPts val="0"/>
              </a:spcAft>
              <a:buSzPts val="2709"/>
              <a:buChar char="■"/>
              <a:defRPr sz="2709"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>
              <a:buNone/>
              <a:defRPr sz="1935"/>
            </a:lvl1pPr>
            <a:lvl2pPr lvl="1">
              <a:buNone/>
              <a:defRPr sz="1935"/>
            </a:lvl2pPr>
            <a:lvl3pPr lvl="2">
              <a:buNone/>
              <a:defRPr sz="1935"/>
            </a:lvl3pPr>
            <a:lvl4pPr lvl="3">
              <a:buNone/>
              <a:defRPr sz="1935"/>
            </a:lvl4pPr>
            <a:lvl5pPr lvl="4">
              <a:buNone/>
              <a:defRPr sz="1935"/>
            </a:lvl5pPr>
            <a:lvl6pPr lvl="5">
              <a:buNone/>
              <a:defRPr sz="1935"/>
            </a:lvl6pPr>
            <a:lvl7pPr lvl="6">
              <a:buNone/>
              <a:defRPr sz="1935"/>
            </a:lvl7pPr>
            <a:lvl8pPr lvl="7">
              <a:buNone/>
              <a:defRPr sz="1935"/>
            </a:lvl8pPr>
            <a:lvl9pPr lvl="8">
              <a:buNone/>
              <a:defRPr sz="1935"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50663" y="1582311"/>
            <a:ext cx="9585600" cy="203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19"/>
              <a:buNone/>
              <a:defRPr sz="5418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50663" y="4097689"/>
            <a:ext cx="9585600" cy="121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176925" lIns="176925" spcFirstLastPara="1" rIns="176925" wrap="square" tIns="176925">
            <a:normAutofit/>
          </a:bodyPr>
          <a:lstStyle>
            <a:lvl1pPr indent="-449791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83"/>
              <a:buChar char="●"/>
              <a:defRPr sz="3483">
                <a:solidFill>
                  <a:schemeClr val="dk2"/>
                </a:solidFill>
              </a:defRPr>
            </a:lvl1pPr>
            <a:lvl2pPr indent="-400638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2pPr>
            <a:lvl3pPr indent="-400638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3pPr>
            <a:lvl4pPr indent="-400638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4pPr>
            <a:lvl5pPr indent="-400637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5pPr>
            <a:lvl6pPr indent="-400637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6pPr>
            <a:lvl7pPr indent="-400637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●"/>
              <a:defRPr sz="2709">
                <a:solidFill>
                  <a:schemeClr val="dk2"/>
                </a:solidFill>
              </a:defRPr>
            </a:lvl7pPr>
            <a:lvl8pPr indent="-400637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○"/>
              <a:defRPr sz="2709">
                <a:solidFill>
                  <a:schemeClr val="dk2"/>
                </a:solidFill>
              </a:defRPr>
            </a:lvl8pPr>
            <a:lvl9pPr indent="-400637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9"/>
              <a:buChar char="■"/>
              <a:defRPr sz="2709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9531515" y="16580326"/>
            <a:ext cx="617400" cy="1399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176925" lIns="176925" spcFirstLastPara="1" rIns="176925" wrap="square" tIns="176925">
            <a:normAutofit/>
          </a:bodyPr>
          <a:lstStyle>
            <a:lvl1pPr lvl="0" algn="r">
              <a:buNone/>
              <a:defRPr sz="1935">
                <a:solidFill>
                  <a:schemeClr val="dk2"/>
                </a:solidFill>
              </a:defRPr>
            </a:lvl1pPr>
            <a:lvl2pPr lvl="1" algn="r">
              <a:buNone/>
              <a:defRPr sz="1935">
                <a:solidFill>
                  <a:schemeClr val="dk2"/>
                </a:solidFill>
              </a:defRPr>
            </a:lvl2pPr>
            <a:lvl3pPr lvl="2" algn="r">
              <a:buNone/>
              <a:defRPr sz="1935">
                <a:solidFill>
                  <a:schemeClr val="dk2"/>
                </a:solidFill>
              </a:defRPr>
            </a:lvl3pPr>
            <a:lvl4pPr lvl="3" algn="r">
              <a:buNone/>
              <a:defRPr sz="1935">
                <a:solidFill>
                  <a:schemeClr val="dk2"/>
                </a:solidFill>
              </a:defRPr>
            </a:lvl4pPr>
            <a:lvl5pPr lvl="4" algn="r">
              <a:buNone/>
              <a:defRPr sz="1935">
                <a:solidFill>
                  <a:schemeClr val="dk2"/>
                </a:solidFill>
              </a:defRPr>
            </a:lvl5pPr>
            <a:lvl6pPr lvl="5" algn="r">
              <a:buNone/>
              <a:defRPr sz="1935">
                <a:solidFill>
                  <a:schemeClr val="dk2"/>
                </a:solidFill>
              </a:defRPr>
            </a:lvl6pPr>
            <a:lvl7pPr lvl="6" algn="r">
              <a:buNone/>
              <a:defRPr sz="1935">
                <a:solidFill>
                  <a:schemeClr val="dk2"/>
                </a:solidFill>
              </a:defRPr>
            </a:lvl7pPr>
            <a:lvl8pPr lvl="7" algn="r">
              <a:buNone/>
              <a:defRPr sz="1935">
                <a:solidFill>
                  <a:schemeClr val="dk2"/>
                </a:solidFill>
              </a:defRPr>
            </a:lvl8pPr>
            <a:lvl9pPr lvl="8" algn="r">
              <a:buNone/>
              <a:defRPr sz="1935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9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3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8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9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7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2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7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4.jp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5.jp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6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Relationship Id="rId5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35" title="Orçamento Stelion (REVISADO)24.00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9982200" cy="17746133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35"/>
          <p:cNvSpPr txBox="1"/>
          <p:nvPr/>
        </p:nvSpPr>
        <p:spPr>
          <a:xfrm>
            <a:off x="2032013" y="7360241"/>
            <a:ext cx="781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noclien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144" name="Google Shape;144;p35"/>
          <p:cNvSpPr txBox="1"/>
          <p:nvPr/>
        </p:nvSpPr>
        <p:spPr>
          <a:xfrm>
            <a:off x="2038620" y="8156392"/>
            <a:ext cx="78114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locprop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145" name="Google Shape;145;p35"/>
          <p:cNvSpPr txBox="1"/>
          <p:nvPr/>
        </p:nvSpPr>
        <p:spPr>
          <a:xfrm>
            <a:off x="2323199" y="8954425"/>
            <a:ext cx="74673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6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detprop</a:t>
            </a:r>
            <a:endParaRPr sz="2500">
              <a:solidFill>
                <a:schemeClr val="lt1"/>
              </a:solidFill>
            </a:endParaRPr>
          </a:p>
        </p:txBody>
      </p:sp>
      <p:sp>
        <p:nvSpPr>
          <p:cNvPr id="146" name="Google Shape;146;p35"/>
          <p:cNvSpPr txBox="1"/>
          <p:nvPr/>
        </p:nvSpPr>
        <p:spPr>
          <a:xfrm>
            <a:off x="3741375" y="9768820"/>
            <a:ext cx="5941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aretoti</a:t>
            </a:r>
            <a:endParaRPr sz="2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5" name="Google Shape;155;p37"/>
          <p:cNvGraphicFramePr/>
          <p:nvPr/>
        </p:nvGraphicFramePr>
        <p:xfrm>
          <a:off x="790575" y="16724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{C7F542B3-DE27-4E35-BEB8-BC935A33F165}</a:tableStyleId>
              </a:tblPr>
              <a:tblGrid>
                <a:gridCol w="1085850"/>
                <a:gridCol w="1085850"/>
                <a:gridCol w="1095375"/>
                <a:gridCol w="1085850"/>
                <a:gridCol w="1085850"/>
                <a:gridCol w="1085850"/>
                <a:gridCol w="1095375"/>
                <a:gridCol w="1085850"/>
              </a:tblGrid>
              <a:tr h="11620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Sistema</a:t>
                      </a:r>
                      <a:endParaRPr sz="135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Área (m2)</a:t>
                      </a:r>
                      <a:endParaRPr sz="135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Materiais</a:t>
                      </a:r>
                      <a:endParaRPr sz="135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Instalação</a:t>
                      </a:r>
                      <a:endParaRPr sz="135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Impostos</a:t>
                      </a:r>
                      <a:endParaRPr sz="135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Total/m2</a:t>
                      </a:r>
                      <a:endParaRPr sz="135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Total Geral</a:t>
                      </a:r>
                      <a:endParaRPr sz="135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50">
                          <a:latin typeface="Montserrat SemiBold"/>
                          <a:ea typeface="Montserrat SemiBold"/>
                          <a:cs typeface="Montserrat SemiBold"/>
                          <a:sym typeface="Montserrat SemiBold"/>
                        </a:rPr>
                        <a:t>Garantia</a:t>
                      </a:r>
                      <a:endParaRPr sz="1350">
                        <a:latin typeface="Montserrat SemiBold"/>
                        <a:ea typeface="Montserrat SemiBold"/>
                        <a:cs typeface="Montserrat SemiBold"/>
                        <a:sym typeface="Montserrat SemiBold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2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28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areste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R$ matste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R$ insste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R$ impste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totste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R$ totgeste</a:t>
                      </a:r>
                      <a:endParaRPr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Vitalícia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620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33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areli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R$ matli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R$ instli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R$ impli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totli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R$ totgeli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 anos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152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Subtotal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tottot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R$ totmat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R$ totinst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R$ totimp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totare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R$ totget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5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—-</a:t>
                      </a:r>
                      <a:endParaRPr sz="15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T="38100" marB="38100" marR="38100" marL="38100" anchor="ctr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6" name="Google Shape;156;p37" title="Screenshot 2025-12-03 at 20.49.20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0581" y="3160075"/>
            <a:ext cx="1029485" cy="49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37" title="Screenshot 2025-12-03 at 20.49.13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90583" y="4352410"/>
            <a:ext cx="584275" cy="4099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37"/>
          <p:cNvSpPr txBox="1"/>
          <p:nvPr/>
        </p:nvSpPr>
        <p:spPr>
          <a:xfrm>
            <a:off x="8255000" y="2936875"/>
            <a:ext cx="2063700" cy="72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483">
              <a:solidFill>
                <a:schemeClr val="dk2"/>
              </a:solidFill>
            </a:endParaRPr>
          </a:p>
        </p:txBody>
      </p:sp>
      <p:pic>
        <p:nvPicPr>
          <p:cNvPr id="159" name="Google Shape;159;p3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0" y="7045107"/>
            <a:ext cx="10287002" cy="5545329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37"/>
          <p:cNvSpPr txBox="1"/>
          <p:nvPr/>
        </p:nvSpPr>
        <p:spPr>
          <a:xfrm>
            <a:off x="4967360" y="8729001"/>
            <a:ext cx="11442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entr1</a:t>
            </a:r>
            <a:endParaRPr sz="160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1" name="Google Shape;161;p37"/>
          <p:cNvSpPr txBox="1"/>
          <p:nvPr/>
        </p:nvSpPr>
        <p:spPr>
          <a:xfrm>
            <a:off x="5166500" y="9117950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parc1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2" name="Google Shape;162;p37"/>
          <p:cNvSpPr txBox="1"/>
          <p:nvPr/>
        </p:nvSpPr>
        <p:spPr>
          <a:xfrm>
            <a:off x="5166500" y="9513054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parc2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3" name="Google Shape;163;p37"/>
          <p:cNvSpPr txBox="1"/>
          <p:nvPr/>
        </p:nvSpPr>
        <p:spPr>
          <a:xfrm>
            <a:off x="5455787" y="10855792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avist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4" name="Google Shape;164;p37"/>
          <p:cNvSpPr txBox="1"/>
          <p:nvPr/>
        </p:nvSpPr>
        <p:spPr>
          <a:xfrm>
            <a:off x="3229917" y="11795239"/>
            <a:ext cx="30000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@1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5" name="Google Shape;165;p37"/>
          <p:cNvSpPr txBox="1"/>
          <p:nvPr/>
        </p:nvSpPr>
        <p:spPr>
          <a:xfrm>
            <a:off x="3221332" y="12195225"/>
            <a:ext cx="9405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@</a:t>
            </a:r>
            <a:r>
              <a:rPr lang="pt-BR" sz="17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1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66" name="Google Shape;166;p37"/>
          <p:cNvSpPr txBox="1"/>
          <p:nvPr/>
        </p:nvSpPr>
        <p:spPr>
          <a:xfrm>
            <a:off x="4673241" y="12186650"/>
            <a:ext cx="21144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7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totcard</a:t>
            </a:r>
            <a:endParaRPr sz="160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